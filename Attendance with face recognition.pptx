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sldIdLst>
    <p:sldId id="256" r:id="rId5"/>
    <p:sldId id="257" r:id="rId6"/>
    <p:sldId id="258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52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085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40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72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918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028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4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29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55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339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0876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255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122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41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6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061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551F9-D55D-4212-8170-8500FCB1EC68}" type="datetimeFigureOut">
              <a:rPr lang="en-IN" smtClean="0"/>
              <a:t>02-12-2021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8DE31DE-22ED-475F-BF7C-AE2E98F85E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626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0CE98-6689-404A-8602-1D6B3E58B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2046" y="770709"/>
            <a:ext cx="8098347" cy="2402218"/>
          </a:xfrm>
        </p:spPr>
        <p:txBody>
          <a:bodyPr/>
          <a:lstStyle/>
          <a:p>
            <a:r>
              <a:rPr lang="en-US" sz="5400" dirty="0">
                <a:solidFill>
                  <a:schemeClr val="tx1"/>
                </a:solidFill>
              </a:rPr>
              <a:t>Attendance with face recognition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7C5BFF-900C-4999-81B3-6D39D91E1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451" y="4050833"/>
            <a:ext cx="10175482" cy="2402218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sng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Submitted by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:-                                           					</a:t>
            </a:r>
            <a:r>
              <a:rPr kumimoji="0" lang="en-IN" sz="1800" b="1" i="0" u="sng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Guided By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:-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C3C43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Anmolpreet Singh                                      					Mrs.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Shaveta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Kalsi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Devesh Qanoungo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Laksh Chanan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C3C43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Radhika Sharma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26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F21E-92FB-471D-88F9-29186A643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E8CFA-4A7D-4202-821E-0C9187A92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3720916" cy="356073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Attendance is an important part of daily classroom evaluation. At the beginning of class, it is usually checked by the teacher.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But it may appear that a teacher may miss someone’s attendance.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To tackle this problem, we built a system 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for taking attendance by using face recognition technology.</a:t>
            </a:r>
          </a:p>
          <a:p>
            <a:endParaRPr lang="en-IN" dirty="0"/>
          </a:p>
        </p:txBody>
      </p:sp>
      <p:pic>
        <p:nvPicPr>
          <p:cNvPr id="4" name="Picture Placeholder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6388FD7-A7F9-4CBA-B2F8-ED286C7468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2" r="1" b="13573"/>
          <a:stretch/>
        </p:blipFill>
        <p:spPr>
          <a:xfrm>
            <a:off x="4654035" y="1184492"/>
            <a:ext cx="4602747" cy="398448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70857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565F8-685A-4279-9102-35375940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DE591-628E-4F51-BD9B-13239FE2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develop a portable Smart Attendance System which is handy and self-powered.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ensure the speed of the attendance recording process is faster than the previous system which can go as fast as approximately 3 second for each student.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Have enough memory space to store the attendance.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Allow students to store their faces by using a GUI.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Able to show an indication to the user whether the face- recognition process is successful or not.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2725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4D026A2-7476-44B0-9648-BB98882F7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8F8FC21-0A44-4045-95A1-B7935DBC6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209B962-CD29-4D46-A7B0-10F6C7CF1C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CC8D40CF-4D47-411D-A8B7-0E4B29E98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9B48A2AD-5257-4384-A7F5-A1EE4E688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04C26DE3-844C-47DA-831E-E7D7BF617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922D975E-0684-4AA6-9FB7-929B250D5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38ED5A9A-F0C7-4547-BC1E-22FC89BD2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2D743765-A245-4349-A5CE-4AB5F078F9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0AF7217B-D042-44D2-9FC7-71FAB6651A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1CC9171B-8BEB-48B1-B9BE-E9584522D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Text&#10;&#10;Description automatically generated with low confidence">
            <a:extLst>
              <a:ext uri="{FF2B5EF4-FFF2-40B4-BE49-F238E27FC236}">
                <a16:creationId xmlns:a16="http://schemas.microsoft.com/office/drawing/2014/main" id="{668036C5-1CEF-4D82-A22A-5C6E1BD23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3775" y="1131994"/>
            <a:ext cx="7286326" cy="45903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2E76C5B-3D86-4219-9E1C-943B8D4E67BC}"/>
              </a:ext>
            </a:extLst>
          </p:cNvPr>
          <p:cNvSpPr/>
          <p:nvPr/>
        </p:nvSpPr>
        <p:spPr>
          <a:xfrm>
            <a:off x="2960745" y="651934"/>
            <a:ext cx="579258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Phases of Project</a:t>
            </a:r>
          </a:p>
        </p:txBody>
      </p:sp>
    </p:spTree>
    <p:extLst>
      <p:ext uri="{BB962C8B-B14F-4D97-AF65-F5344CB8AC3E}">
        <p14:creationId xmlns:p14="http://schemas.microsoft.com/office/powerpoint/2010/main" val="329459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A35C3-6348-47F3-8DD5-3ADBBBE2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Home Page</a:t>
            </a:r>
          </a:p>
        </p:txBody>
      </p:sp>
      <p:pic>
        <p:nvPicPr>
          <p:cNvPr id="8" name="Picture 7" descr="Diagram&#10;&#10;Description automatically generated">
            <a:extLst>
              <a:ext uri="{FF2B5EF4-FFF2-40B4-BE49-F238E27FC236}">
                <a16:creationId xmlns:a16="http://schemas.microsoft.com/office/drawing/2014/main" id="{E5B5533F-CADA-4BBA-9538-9015DCF16F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4" y="2159331"/>
            <a:ext cx="5283289" cy="3315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59375F-EF14-47C0-911D-C0A97A434008}"/>
              </a:ext>
            </a:extLst>
          </p:cNvPr>
          <p:cNvSpPr txBox="1"/>
          <p:nvPr/>
        </p:nvSpPr>
        <p:spPr>
          <a:xfrm>
            <a:off x="6416039" y="2586446"/>
            <a:ext cx="2927185" cy="3454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the home page of our project.</a:t>
            </a:r>
          </a:p>
          <a:p>
            <a:pPr>
              <a:spcBef>
                <a:spcPts val="100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Here we can add user’s face or mark attendance of existing user.</a:t>
            </a:r>
          </a:p>
        </p:txBody>
      </p:sp>
    </p:spTree>
    <p:extLst>
      <p:ext uri="{BB962C8B-B14F-4D97-AF65-F5344CB8AC3E}">
        <p14:creationId xmlns:p14="http://schemas.microsoft.com/office/powerpoint/2010/main" val="336885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8573-3588-45D1-B2BE-A87BA9275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New User Page</a:t>
            </a:r>
            <a:endParaRPr lang="en-IN" dirty="0"/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CD8A35F-225F-4904-B082-FCBD465203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4" y="2159331"/>
            <a:ext cx="5283289" cy="3354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2F5605-64A0-4E8E-94B9-7B1E9C969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547256"/>
            <a:ext cx="2927185" cy="3494105"/>
          </a:xfrm>
        </p:spPr>
        <p:txBody>
          <a:bodyPr>
            <a:normAutofit/>
          </a:bodyPr>
          <a:lstStyle/>
          <a:p>
            <a:r>
              <a:rPr lang="en-US" dirty="0"/>
              <a:t>After clicking “</a:t>
            </a:r>
            <a:r>
              <a:rPr lang="en-US" b="1" dirty="0"/>
              <a:t>Add new user” </a:t>
            </a:r>
            <a:r>
              <a:rPr lang="en-US" dirty="0"/>
              <a:t>we will be redirected to this page.</a:t>
            </a:r>
          </a:p>
          <a:p>
            <a:r>
              <a:rPr lang="en-US" dirty="0"/>
              <a:t>This page asks the user to enter their name.</a:t>
            </a:r>
          </a:p>
        </p:txBody>
      </p:sp>
    </p:spTree>
    <p:extLst>
      <p:ext uri="{BB962C8B-B14F-4D97-AF65-F5344CB8AC3E}">
        <p14:creationId xmlns:p14="http://schemas.microsoft.com/office/powerpoint/2010/main" val="1467946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83AA-3427-4251-8165-8716FD7AE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Add Data Set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3954F41-4F68-4BE6-955D-703957E99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7" y="2160589"/>
            <a:ext cx="2934714" cy="3880773"/>
          </a:xfrm>
        </p:spPr>
        <p:txBody>
          <a:bodyPr>
            <a:normAutofit/>
          </a:bodyPr>
          <a:lstStyle/>
          <a:p>
            <a:r>
              <a:rPr lang="en-US" dirty="0"/>
              <a:t>On adding user’s name, we will be redirected to this page.</a:t>
            </a:r>
          </a:p>
          <a:p>
            <a:r>
              <a:rPr lang="en-US" dirty="0"/>
              <a:t>This page will start capturing the data set once the user clicks “</a:t>
            </a:r>
            <a:r>
              <a:rPr lang="en-US" b="1" dirty="0"/>
              <a:t>Capture Data Set</a:t>
            </a:r>
            <a:r>
              <a:rPr lang="en-US" dirty="0"/>
              <a:t>”.</a:t>
            </a:r>
          </a:p>
          <a:p>
            <a:r>
              <a:rPr lang="en-US" dirty="0"/>
              <a:t>This page also provides option to mark attendance once the dataset have been captured.</a:t>
            </a:r>
          </a:p>
          <a:p>
            <a:endParaRPr lang="en-US" dirty="0"/>
          </a:p>
        </p:txBody>
      </p:sp>
      <p:pic>
        <p:nvPicPr>
          <p:cNvPr id="5" name="Content Placeholder 4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85DC513C-FA01-4352-9A11-F781798474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45"/>
          <a:stretch/>
        </p:blipFill>
        <p:spPr>
          <a:xfrm>
            <a:off x="677334" y="2159331"/>
            <a:ext cx="5423429" cy="38823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229037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6E861-828F-4EDF-9D61-534C3488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Instruction page</a:t>
            </a:r>
            <a:endParaRPr lang="en-IN" dirty="0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654FAE1-0B0C-4154-BE75-CFFBC9534C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4" y="2159331"/>
            <a:ext cx="5283289" cy="257630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22CE25-8A09-430D-ADD2-00D4D51B0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455817"/>
            <a:ext cx="2927185" cy="3585545"/>
          </a:xfrm>
        </p:spPr>
        <p:txBody>
          <a:bodyPr>
            <a:normAutofit/>
          </a:bodyPr>
          <a:lstStyle/>
          <a:p>
            <a:r>
              <a:rPr lang="en-US" dirty="0"/>
              <a:t>After clicking “</a:t>
            </a:r>
            <a:r>
              <a:rPr lang="en-US" b="1" dirty="0"/>
              <a:t>Capture Data Set” </a:t>
            </a:r>
            <a:r>
              <a:rPr lang="en-US" dirty="0"/>
              <a:t>on the previous page we will get this message box.</a:t>
            </a:r>
          </a:p>
          <a:p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74171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3B4B8-70A5-425D-9F17-A8D0C8909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Camera Frame</a:t>
            </a:r>
            <a:endParaRPr lang="en-IN" dirty="0"/>
          </a:p>
        </p:txBody>
      </p:sp>
      <p:pic>
        <p:nvPicPr>
          <p:cNvPr id="5" name="Content Placeholder 4" descr="A picture containing text, person, indoor&#10;&#10;Description automatically generated">
            <a:extLst>
              <a:ext uri="{FF2B5EF4-FFF2-40B4-BE49-F238E27FC236}">
                <a16:creationId xmlns:a16="http://schemas.microsoft.com/office/drawing/2014/main" id="{C002AFF6-AA8D-4768-9AB5-16E5896C8C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425" y="2159331"/>
            <a:ext cx="4977387" cy="38823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58EB90-A73A-4B8D-BA55-4136AAB0D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586446"/>
            <a:ext cx="3250475" cy="3454916"/>
          </a:xfrm>
        </p:spPr>
        <p:txBody>
          <a:bodyPr>
            <a:normAutofit/>
          </a:bodyPr>
          <a:lstStyle/>
          <a:p>
            <a:r>
              <a:rPr lang="en-US" dirty="0"/>
              <a:t>This will capture the several images of user’s face. </a:t>
            </a:r>
          </a:p>
          <a:p>
            <a:r>
              <a:rPr lang="en-US" dirty="0"/>
              <a:t>The images which are captured will be stored in the form of “.</a:t>
            </a:r>
            <a:r>
              <a:rPr lang="en-US" dirty="0" err="1"/>
              <a:t>npy</a:t>
            </a:r>
            <a:r>
              <a:rPr lang="en-US" dirty="0"/>
              <a:t> ” file.</a:t>
            </a:r>
          </a:p>
          <a:p>
            <a:r>
              <a:rPr lang="en-US" dirty="0"/>
              <a:t>This file is stored in directory named “data”. </a:t>
            </a:r>
          </a:p>
        </p:txBody>
      </p:sp>
    </p:spTree>
    <p:extLst>
      <p:ext uri="{BB962C8B-B14F-4D97-AF65-F5344CB8AC3E}">
        <p14:creationId xmlns:p14="http://schemas.microsoft.com/office/powerpoint/2010/main" val="66570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ABE3-A9CD-47D5-830A-26883EC97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Add Data Set after capturing face</a:t>
            </a:r>
            <a:endParaRPr lang="en-IN" dirty="0"/>
          </a:p>
        </p:txBody>
      </p:sp>
      <p:pic>
        <p:nvPicPr>
          <p:cNvPr id="5" name="Content Placeholder 4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F48B2185-307A-467C-A54A-4C2C8935F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4" y="2159331"/>
            <a:ext cx="5283289" cy="35265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54FBD25-8C4A-4324-A853-BD8809FD34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377440"/>
            <a:ext cx="3250475" cy="3663922"/>
          </a:xfrm>
        </p:spPr>
        <p:txBody>
          <a:bodyPr>
            <a:normAutofit/>
          </a:bodyPr>
          <a:lstStyle/>
          <a:p>
            <a:r>
              <a:rPr lang="en-US" dirty="0"/>
              <a:t>Once the data set has been captured and stored in the “data” directory popup message appears “Data has been successfully saved”.</a:t>
            </a:r>
          </a:p>
          <a:p>
            <a:r>
              <a:rPr lang="en-US" dirty="0"/>
              <a:t>The “Add Data Set” page will display the total number of images captured.</a:t>
            </a:r>
          </a:p>
        </p:txBody>
      </p:sp>
    </p:spTree>
    <p:extLst>
      <p:ext uri="{BB962C8B-B14F-4D97-AF65-F5344CB8AC3E}">
        <p14:creationId xmlns:p14="http://schemas.microsoft.com/office/powerpoint/2010/main" val="218358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98AD-D9C1-44E6-8270-2535CA5E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Attendance Page</a:t>
            </a:r>
            <a:endParaRPr lang="en-IN" dirty="0"/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3812FF2-0DB4-4928-8D7C-5C0FA3957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474" y="2159331"/>
            <a:ext cx="5283289" cy="3169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078311-C898-4A97-AEF4-9FE0055BC5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3093721" cy="3880773"/>
          </a:xfrm>
        </p:spPr>
        <p:txBody>
          <a:bodyPr>
            <a:normAutofit/>
          </a:bodyPr>
          <a:lstStyle/>
          <a:p>
            <a:r>
              <a:rPr lang="en-US" dirty="0"/>
              <a:t>This page will appear when we will click “</a:t>
            </a:r>
            <a:r>
              <a:rPr lang="en-US" b="1" dirty="0"/>
              <a:t>Mark Attendance”</a:t>
            </a:r>
            <a:r>
              <a:rPr lang="en-US" dirty="0"/>
              <a:t> on “</a:t>
            </a:r>
            <a:r>
              <a:rPr lang="en-US" b="1" dirty="0"/>
              <a:t>Home Page”</a:t>
            </a:r>
            <a:r>
              <a:rPr lang="en-US" dirty="0"/>
              <a:t> or “</a:t>
            </a:r>
            <a:r>
              <a:rPr lang="en-US" b="1" dirty="0"/>
              <a:t>Add Data Set” </a:t>
            </a:r>
            <a:r>
              <a:rPr lang="en-US" dirty="0"/>
              <a:t>Page.</a:t>
            </a:r>
          </a:p>
          <a:p>
            <a:r>
              <a:rPr lang="en-US" dirty="0"/>
              <a:t>On clicking next we will be redirected to the page where the app will open the camera for attendance.</a:t>
            </a:r>
          </a:p>
        </p:txBody>
      </p:sp>
    </p:spTree>
    <p:extLst>
      <p:ext uri="{BB962C8B-B14F-4D97-AF65-F5344CB8AC3E}">
        <p14:creationId xmlns:p14="http://schemas.microsoft.com/office/powerpoint/2010/main" val="3671599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13169-6913-43C1-AC46-733246A7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Mark attendance</a:t>
            </a: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562D2A-7880-4F4D-AD90-6B3B24C82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6286" y="2159000"/>
            <a:ext cx="3565359" cy="3882362"/>
          </a:xfrm>
        </p:spPr>
        <p:txBody>
          <a:bodyPr>
            <a:normAutofit/>
          </a:bodyPr>
          <a:lstStyle/>
          <a:p>
            <a:r>
              <a:rPr lang="en-US" dirty="0"/>
              <a:t>After clicking “</a:t>
            </a:r>
            <a:r>
              <a:rPr lang="en-US" b="1" dirty="0"/>
              <a:t>Next</a:t>
            </a:r>
            <a:r>
              <a:rPr lang="en-US" dirty="0"/>
              <a:t>”, the software opens webcam to mark attendance.</a:t>
            </a:r>
          </a:p>
          <a:p>
            <a:r>
              <a:rPr lang="en-US" dirty="0"/>
              <a:t>The software recognizes the person using the KNN algorithm.</a:t>
            </a:r>
          </a:p>
          <a:p>
            <a:r>
              <a:rPr lang="en-US" dirty="0"/>
              <a:t>The name of the person is displayed on the leftmost corner of the box.</a:t>
            </a:r>
          </a:p>
          <a:p>
            <a:r>
              <a:rPr lang="en-US" dirty="0"/>
              <a:t>Attendance is marked in a “csv” file in the format name , date and time of arrival.</a:t>
            </a:r>
          </a:p>
        </p:txBody>
      </p:sp>
      <p:pic>
        <p:nvPicPr>
          <p:cNvPr id="5" name="Content Placeholder 4" descr="A person wearing a hat&#10;&#10;Description automatically generated with low confidence">
            <a:extLst>
              <a:ext uri="{FF2B5EF4-FFF2-40B4-BE49-F238E27FC236}">
                <a16:creationId xmlns:a16="http://schemas.microsoft.com/office/drawing/2014/main" id="{CFEC6C25-E25E-4F68-BE90-0ECA70FC72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" r="3" b="8070"/>
          <a:stretch/>
        </p:blipFill>
        <p:spPr>
          <a:xfrm>
            <a:off x="677334" y="2159331"/>
            <a:ext cx="5423429" cy="38823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2555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0972-A632-4F99-8BC0-A5C3FE645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Another Attendance</a:t>
            </a:r>
            <a:endParaRPr lang="en-IN" dirty="0"/>
          </a:p>
        </p:txBody>
      </p:sp>
      <p:pic>
        <p:nvPicPr>
          <p:cNvPr id="4" name="Picture 3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EE9FABF1-F0F0-4066-99F5-BCCEC9E45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64" y="2159663"/>
            <a:ext cx="3082301" cy="18265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CF2C434-2E77-4EB1-8881-D84DAB15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9363" y="2160589"/>
            <a:ext cx="2944638" cy="3880773"/>
          </a:xfrm>
        </p:spPr>
        <p:txBody>
          <a:bodyPr>
            <a:normAutofit/>
          </a:bodyPr>
          <a:lstStyle/>
          <a:p>
            <a:r>
              <a:rPr lang="en-US" dirty="0"/>
              <a:t>Once the attendance is marked, success message will be displayed on the screen.</a:t>
            </a:r>
          </a:p>
          <a:p>
            <a:r>
              <a:rPr lang="en-US" dirty="0"/>
              <a:t>After the success message app prompts the user to exit or mark another attendance.</a:t>
            </a:r>
          </a:p>
        </p:txBody>
      </p:sp>
      <p:pic>
        <p:nvPicPr>
          <p:cNvPr id="5" name="Content Placeholder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C4042B8-971C-4F75-826C-82FB11FB2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56" y="4214812"/>
            <a:ext cx="5070719" cy="18265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45766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0DB7-3450-4771-87C5-CFA6B4807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IN"/>
              <a:t>NumPy array files</a:t>
            </a:r>
            <a:endParaRPr lang="en-IN" dirty="0"/>
          </a:p>
        </p:txBody>
      </p:sp>
      <p:sp>
        <p:nvSpPr>
          <p:cNvPr id="28" name="Content Placeholder 10">
            <a:extLst>
              <a:ext uri="{FF2B5EF4-FFF2-40B4-BE49-F238E27FC236}">
                <a16:creationId xmlns:a16="http://schemas.microsoft.com/office/drawing/2014/main" id="{91BB193B-8E1B-492D-B420-4797D110E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827" y="1930400"/>
            <a:ext cx="2507634" cy="3270250"/>
          </a:xfrm>
        </p:spPr>
        <p:txBody>
          <a:bodyPr>
            <a:normAutofit/>
          </a:bodyPr>
          <a:lstStyle/>
          <a:p>
            <a:r>
              <a:rPr lang="en-US" dirty="0"/>
              <a:t>These are the files containing images captured of various users so that the software can recognize their facial features.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D6FAC8-6C51-445F-ADF1-38671E7A9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527175"/>
            <a:ext cx="6210300" cy="42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39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14F65-22E7-45B6-8FF3-A64C587B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Excel file</a:t>
            </a:r>
            <a:endParaRPr lang="en-IN" dirty="0"/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2469A43-9A7D-4018-9AED-B8A6D957E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5282" y="2638425"/>
            <a:ext cx="3749244" cy="2914649"/>
          </a:xfrm>
        </p:spPr>
        <p:txBody>
          <a:bodyPr>
            <a:noAutofit/>
          </a:bodyPr>
          <a:lstStyle/>
          <a:p>
            <a:r>
              <a:rPr lang="en-US" dirty="0"/>
              <a:t>This excel file contains the attendance of the users.</a:t>
            </a:r>
          </a:p>
          <a:p>
            <a:r>
              <a:rPr lang="en-US" dirty="0"/>
              <a:t>Data contains the name of user and the date and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FA2AD-3B13-4715-BAD1-5CF1A85B4C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56" y="1362076"/>
            <a:ext cx="4082619" cy="4976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4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DB66D-92F8-4C08-9007-64D791A71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4251"/>
          </a:xfrm>
        </p:spPr>
        <p:txBody>
          <a:bodyPr/>
          <a:lstStyle/>
          <a:p>
            <a:r>
              <a:rPr lang="en-US" dirty="0"/>
              <a:t>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3D384-7B3F-4D05-883E-15F59493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279329" cy="3880773"/>
          </a:xfrm>
        </p:spPr>
        <p:txBody>
          <a:bodyPr/>
          <a:lstStyle/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targeted groups of the attendance monitoring system are the students of an educational</a:t>
            </a:r>
            <a:r>
              <a:rPr lang="en-IN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institution.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Attendance can be recorded for 1 person at a time even if the software detects multiple faces.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9705" algn="just">
              <a:lnSpc>
                <a:spcPct val="115000"/>
              </a:lnSpc>
              <a:spcAft>
                <a:spcPts val="1000"/>
              </a:spcAft>
            </a:pPr>
            <a:r>
              <a:rPr lang="en-US" sz="1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An excel sheet is created which contains the user’s attendance.</a:t>
            </a:r>
            <a:endParaRPr lang="en-IN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 descr="Graphical user interface&#10;&#10;Description automatically generated">
            <a:extLst>
              <a:ext uri="{FF2B5EF4-FFF2-40B4-BE49-F238E27FC236}">
                <a16:creationId xmlns:a16="http://schemas.microsoft.com/office/drawing/2014/main" id="{A4FB003E-6DF6-405E-B66E-DB82CD97A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6663" y="2126618"/>
            <a:ext cx="3727450" cy="316865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592539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9953-4BEC-47F3-9160-3C71434EA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Drawbacks</a:t>
            </a:r>
            <a:endParaRPr lang="en-IN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72BC27AA-68B8-44F9-8B94-A6FDFF06E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11" y="2355273"/>
            <a:ext cx="5283289" cy="29718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6A6F-8E8E-46BF-B209-78E6096C7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573383"/>
            <a:ext cx="3289664" cy="3467979"/>
          </a:xfrm>
        </p:spPr>
        <p:txBody>
          <a:bodyPr>
            <a:normAutofit/>
          </a:bodyPr>
          <a:lstStyle/>
          <a:p>
            <a:r>
              <a:rPr lang="en-US" dirty="0"/>
              <a:t>Side face recognition</a:t>
            </a:r>
          </a:p>
          <a:p>
            <a:r>
              <a:rPr lang="en-US" dirty="0"/>
              <a:t>While capturing and recognizing face insured that there is proper lighting in room.</a:t>
            </a:r>
          </a:p>
          <a:p>
            <a:r>
              <a:rPr lang="en-IN" dirty="0"/>
              <a:t>Attendance of identical twins may cause error.</a:t>
            </a:r>
          </a:p>
        </p:txBody>
      </p:sp>
    </p:spTree>
    <p:extLst>
      <p:ext uri="{BB962C8B-B14F-4D97-AF65-F5344CB8AC3E}">
        <p14:creationId xmlns:p14="http://schemas.microsoft.com/office/powerpoint/2010/main" val="3120971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5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7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0" name="Isosceles Triangle 79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1" name="Isosceles Triangle 80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1026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CAACDAF2-10AE-4E96-9EA9-7B5726EE22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7" r="203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566717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72892DEE20424DA9B0856063768834" ma:contentTypeVersion="7" ma:contentTypeDescription="Create a new document." ma:contentTypeScope="" ma:versionID="c718cf1c10d894df159984ffc6fadd1c">
  <xsd:schema xmlns:xsd="http://www.w3.org/2001/XMLSchema" xmlns:xs="http://www.w3.org/2001/XMLSchema" xmlns:p="http://schemas.microsoft.com/office/2006/metadata/properties" xmlns:ns3="6e5c87b5-f6fb-4d0e-b9ea-75af501b414d" xmlns:ns4="f71c8b73-e156-4a0e-8bb4-cf4252296950" targetNamespace="http://schemas.microsoft.com/office/2006/metadata/properties" ma:root="true" ma:fieldsID="f529b75a5890392e13eef0973b9696ba" ns3:_="" ns4:_="">
    <xsd:import namespace="6e5c87b5-f6fb-4d0e-b9ea-75af501b414d"/>
    <xsd:import namespace="f71c8b73-e156-4a0e-8bb4-cf425229695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5c87b5-f6fb-4d0e-b9ea-75af501b414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1c8b73-e156-4a0e-8bb4-cf42522969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320407-8F02-44D5-ADC8-01E45FF250A7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f71c8b73-e156-4a0e-8bb4-cf4252296950"/>
    <ds:schemaRef ds:uri="6e5c87b5-f6fb-4d0e-b9ea-75af501b414d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BBD90F7-249F-4162-A8B9-7D528ED8A2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5c87b5-f6fb-4d0e-b9ea-75af501b414d"/>
    <ds:schemaRef ds:uri="f71c8b73-e156-4a0e-8bb4-cf42522969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5E8A6D-B8EB-4369-86FC-3FC2A4D5B2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248</TotalTime>
  <Words>634</Words>
  <Application>Microsoft Office PowerPoint</Application>
  <PresentationFormat>Widescreen</PresentationFormat>
  <Paragraphs>60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 3</vt:lpstr>
      <vt:lpstr>Facet</vt:lpstr>
      <vt:lpstr>Attendance with face recognition </vt:lpstr>
      <vt:lpstr>Introduction</vt:lpstr>
      <vt:lpstr>Objective</vt:lpstr>
      <vt:lpstr>PowerPoint Presentation</vt:lpstr>
      <vt:lpstr>Home Page</vt:lpstr>
      <vt:lpstr>New User Page</vt:lpstr>
      <vt:lpstr>Add Data Set</vt:lpstr>
      <vt:lpstr>Instruction page</vt:lpstr>
      <vt:lpstr>Camera Frame</vt:lpstr>
      <vt:lpstr>Add Data Set after capturing face</vt:lpstr>
      <vt:lpstr>Attendance Page</vt:lpstr>
      <vt:lpstr>Mark attendance</vt:lpstr>
      <vt:lpstr>Another Attendance</vt:lpstr>
      <vt:lpstr>NumPy array files</vt:lpstr>
      <vt:lpstr>Excel file</vt:lpstr>
      <vt:lpstr>Scope</vt:lpstr>
      <vt:lpstr>Drawbacks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Attendance with face recognition</dc:title>
  <dc:creator>Laksh Chanan</dc:creator>
  <cp:lastModifiedBy>devesh qanoungo</cp:lastModifiedBy>
  <cp:revision>6</cp:revision>
  <dcterms:created xsi:type="dcterms:W3CDTF">2021-07-16T17:50:52Z</dcterms:created>
  <dcterms:modified xsi:type="dcterms:W3CDTF">2021-12-01T18:49:25Z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0x0101000C72892DEE20424DA9B0856063768834</vt:lpwstr>
  </property>
</Properties>
</file>